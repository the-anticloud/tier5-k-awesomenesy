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K_AWESOMENESY</a:t>
            </a:r>
          </a:p>
          <a:p>
            <a:r>
              <a:t>Tier: TIER_5_WORLD_NEURO_EMBODIED</a:t>
            </a:r>
          </a:p>
          <a:p>
            <a:r>
              <a:t>Identity: Upstream LAMDA-NeSy/Awesome-LLM-Reasoning-with-NeSy @ 22e740dca84b (unknown)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Recorded 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LAMDA-NeSy/Awesome-LLM-Reasoning-with-NeSy |</a:t>
            </a:r>
          </a:p>
          <a:p>
            <a:r>
              <a:t>| Commit | 22e740dca84b6eca0f359562ff062cb5d540df5f |</a:t>
            </a:r>
          </a:p>
          <a:p>
            <a:r>
              <a:t>| Upstream licence | unknown |</a:t>
            </a:r>
          </a:p>
          <a:p>
            <a:r>
              <a:t>| Licence class | unknown |</a:t>
            </a:r>
          </a:p>
          <a:p>
            <a:r>
              <a:t>| Clone size | 0.93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K_AWESOMENESY is vendored under unknown (unknown). Any Anticloud edit to</a:t>
            </a:r>
          </a:p>
          <a:p>
            <a:r>
              <a:t>the vendored tree is a derivative work and is tracked in</a:t>
            </a:r>
          </a:p>
          <a:p>
            <a:r>
              <a:t>anticloud-edits.json; the notice of changes is at the project NOTICE.md.</a:t>
            </a:r>
          </a:p>
          <a:p>
            <a:r>
              <a:t>Where the licence class is unknown, no edit may be applied until the</a:t>
            </a:r>
          </a:p>
          <a:p>
            <a:r>
              <a:t>licence is identified, because the absence of a licence is not a grant.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