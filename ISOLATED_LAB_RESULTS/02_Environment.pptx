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LAMDA-NeSy/Awesome-LLM-Reasoning-with-NeSy |</a:t>
            </a:r>
          </a:p>
          <a:p>
            <a:r>
              <a:t>| Commit | 22e740dca84b6eca0f359562ff062cb5d540df5f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0.93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K_AWESOMENESY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